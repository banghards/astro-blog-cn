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4e49d536544187" /><Relationship Type="http://schemas.openxmlformats.org/officeDocument/2006/relationships/extended-properties" Target="/docProps/app.xml" Id="R92acf8159aaf436b" /><Relationship Type="http://schemas.openxmlformats.org/officeDocument/2006/relationships/officeDocument" Target="/ppt/presentation.xml" Id="Rce0fe70314334e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295d4432534a11"/>
  </p:sldMasterIdLst>
  <p:notesMasterIdLst>
    <p:notesMasterId xmlns:r="http://schemas.openxmlformats.org/officeDocument/2006/relationships" r:id="Rae2592a57a0847d7"/>
  </p:notesMasterIdLst>
  <p:sldIdLst>
    <p:sldId xmlns:r="http://schemas.openxmlformats.org/officeDocument/2006/relationships" id="256" r:id="R98d768f1b4b04e70"/>
    <p:sldId xmlns:r="http://schemas.openxmlformats.org/officeDocument/2006/relationships" id="257" r:id="R08e0db26582c48d3"/>
    <p:sldId xmlns:r="http://schemas.openxmlformats.org/officeDocument/2006/relationships" id="258" r:id="Rff4e7ea326ab487e"/>
    <p:sldId xmlns:r="http://schemas.openxmlformats.org/officeDocument/2006/relationships" id="259" r:id="R9309fafca83f4294"/>
    <p:sldId xmlns:r="http://schemas.openxmlformats.org/officeDocument/2006/relationships" id="260" r:id="R924c7ee82cbb4359"/>
    <p:sldId xmlns:r="http://schemas.openxmlformats.org/officeDocument/2006/relationships" id="261" r:id="Rff71881a6e1e4f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95d4432534a11" /><Relationship Type="http://schemas.openxmlformats.org/officeDocument/2006/relationships/theme" Target="/ppt/theme/theme1.xml" Id="Raf6ca29ab2c14a3d" /><Relationship Type="http://schemas.openxmlformats.org/officeDocument/2006/relationships/notesMaster" Target="/ppt/notesMasters/notesMaster1.xml" Id="Rae2592a57a0847d7" /><Relationship Type="http://schemas.openxmlformats.org/officeDocument/2006/relationships/presProps" Target="/ppt/presProps.xml" Id="R009ec8dab3d54c97" /><Relationship Type="http://schemas.openxmlformats.org/officeDocument/2006/relationships/viewProps" Target="/ppt/viewProps.xml" Id="R044347ed6bcd4040" /><Relationship Type="http://schemas.openxmlformats.org/officeDocument/2006/relationships/tableStyles" Target="/ppt/tableStyles.xml" Id="R4da8b773cefa413b" /><Relationship Type="http://schemas.openxmlformats.org/officeDocument/2006/relationships/slide" Target="/ppt/slides/slide1.xml" Id="R98d768f1b4b04e70" /><Relationship Type="http://schemas.openxmlformats.org/officeDocument/2006/relationships/slide" Target="/ppt/slides/slide2.xml" Id="R08e0db26582c48d3" /><Relationship Type="http://schemas.openxmlformats.org/officeDocument/2006/relationships/slide" Target="/ppt/slides/slide3.xml" Id="Rff4e7ea326ab487e" /><Relationship Type="http://schemas.openxmlformats.org/officeDocument/2006/relationships/slide" Target="/ppt/slides/slide4.xml" Id="R9309fafca83f4294" /><Relationship Type="http://schemas.openxmlformats.org/officeDocument/2006/relationships/slide" Target="/ppt/slides/slide5.xml" Id="R924c7ee82cbb4359" /><Relationship Type="http://schemas.openxmlformats.org/officeDocument/2006/relationships/slide" Target="/ppt/slides/slide6.xml" Id="Rff71881a6e1e4f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82de73746854f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4cd9bec55249ca" /><Relationship Type="http://schemas.openxmlformats.org/officeDocument/2006/relationships/notesMaster" Target="/ppt/notesMasters/notesMaster1.xml" Id="R814c9591955d4e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be45ee15034625" /><Relationship Type="http://schemas.openxmlformats.org/officeDocument/2006/relationships/notesMaster" Target="/ppt/notesMasters/notesMaster1.xml" Id="R833e393a0fd541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5b46d6a27840d3" /><Relationship Type="http://schemas.openxmlformats.org/officeDocument/2006/relationships/notesMaster" Target="/ppt/notesMasters/notesMaster1.xml" Id="R708b83215e924d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399dfbe5514526" /><Relationship Type="http://schemas.openxmlformats.org/officeDocument/2006/relationships/notesMaster" Target="/ppt/notesMasters/notesMaster1.xml" Id="R6c4b361617ac46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3980426bc945d8" /><Relationship Type="http://schemas.openxmlformats.org/officeDocument/2006/relationships/notesMaster" Target="/ppt/notesMasters/notesMaster1.xml" Id="R901ee16b30d848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ae0e3506024df7" /><Relationship Type="http://schemas.openxmlformats.org/officeDocument/2006/relationships/notesMaster" Target="/ppt/notesMasters/notesMaster1.xml" Id="Re1e8d6af8eb541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封面页强调站点的杂志化气质：不是模板博客，而是一份带有编辑判断的个人出版物。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src/consts.ts</a:t>
            </a:r>
          </a:p>
          <a:p xmlns:a="http://schemas.openxmlformats.org/drawingml/2006/main">
            <a:r>
              <a:t>- src/pages/index.astro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第二页用数字说明项目已经有内容、结构和扩展面，而不只是空壳主题。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src/pages/index.astro</a:t>
            </a:r>
          </a:p>
          <a:p xmlns:a="http://schemas.openxmlformats.org/drawingml/2006/main">
            <a:r>
              <a:t>- src/pages/about.astro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这一页直接转译首页的写作方向模块，用三张卡片说明主题边界。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src/pages/index.astro</a:t>
            </a:r>
          </a:p>
          <a:p xmlns:a="http://schemas.openxmlformats.org/drawingml/2006/main">
            <a:r>
              <a:t>- src/pages/about.astro</a:t>
            </a:r>
          </a:p>
          <a:p xmlns:a="http://schemas.openxmlformats.org/drawingml/2006/main">
            <a:r>
              <a:t>- src/content/blog/welcome.md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这一页承担作品集功能，让观众快速看到博客不是单一话题，而是一组彼此呼应的专题。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src/content/blog/hermes-agent-memory-guide.md</a:t>
            </a:r>
          </a:p>
          <a:p xmlns:a="http://schemas.openxmlformats.org/drawingml/2006/main">
            <a:r>
              <a:t>- src/content/blog/obsidian-ai-automation-feasibility.md</a:t>
            </a:r>
          </a:p>
          <a:p xmlns:a="http://schemas.openxmlformats.org/drawingml/2006/main">
            <a:r>
              <a:t>- src/content/blog/soft-black-mist-korean-portrait.md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第五页把零散 frontmatter 转成一个编辑结论：这个博客有鲜明主题，而不是随机堆文章。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src/consts.ts</a:t>
            </a:r>
          </a:p>
          <a:p xmlns:a="http://schemas.openxmlformats.org/drawingml/2006/main">
            <a:r>
              <a:t>- src/content/blog/hermes-agent-memory-guide.md</a:t>
            </a:r>
          </a:p>
          <a:p xmlns:a="http://schemas.openxmlformats.org/drawingml/2006/main">
            <a:r>
              <a:t>- src/content/blog/obsidian-ai-automation-feasibility.md</a:t>
            </a:r>
          </a:p>
          <a:p xmlns:a="http://schemas.openxmlformats.org/drawingml/2006/main">
            <a:r>
              <a:t>- src/content/blog/soft-black-mist-korean-portrait.md</a:t>
            </a:r>
          </a:p>
          <a:p xmlns:a="http://schemas.openxmlformats.org/drawingml/2006/main">
            <a:r>
              <a:t>- src/content/blog/welcome.md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最后一页收束到行动建议，语气要像编辑部的下一期提案，而不是工程待办清单。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src/pages/about.astro</a:t>
            </a:r>
          </a:p>
          <a:p xmlns:a="http://schemas.openxmlformats.org/drawingml/2006/main">
            <a:r>
              <a:t>- src/content/blog/welcome.md</a:t>
            </a:r>
          </a:p>
          <a:p xmlns:a="http://schemas.openxmlformats.org/drawingml/2006/main">
            <a:r>
              <a:t>- src/pages/index.astro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854cf33f44d7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8085B8B6-2BC8-4F61-89A6-DECA1BE9303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25FD9858-BD19-4C8E-9A31-16362CDCC37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F8D3DF-F918-4745-BBE3-738BEC60626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80C730-2340-45DC-8D9F-A74E8E5CF13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55BFBE-CD5C-4F78-A367-1B2548EA852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4d538df968c4e66" /><Relationship Type="http://schemas.openxmlformats.org/officeDocument/2006/relationships/slideLayout" Target="/ppt/slideLayouts/slideLayout2.xml" Id="R80dd9f93790344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83C20B-0C53-44AE-A2B7-0603FE8B595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dd9f93790344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ec4943650e4a15" /><Relationship Type="http://schemas.openxmlformats.org/officeDocument/2006/relationships/image" Target="/ppt/media/image.jpeg" Id="Rf85263bf3229403c" /><Relationship Type="http://schemas.openxmlformats.org/officeDocument/2006/relationships/notesSlide" Target="/ppt/notesSlides/notesSlide1.xml" Id="Rb171b9c253b241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9e89e89451434a" /><Relationship Type="http://schemas.openxmlformats.org/officeDocument/2006/relationships/image" Target="/ppt/media/image2.jpeg" Id="R45852407fe8d4dd6" /><Relationship Type="http://schemas.openxmlformats.org/officeDocument/2006/relationships/notesSlide" Target="/ppt/notesSlides/notesSlide2.xml" Id="R7e5bed011bda47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71ae8a190e4822" /><Relationship Type="http://schemas.openxmlformats.org/officeDocument/2006/relationships/image" Target="/ppt/media/image3.jpeg" Id="Rb1934ffe2963437d" /><Relationship Type="http://schemas.openxmlformats.org/officeDocument/2006/relationships/notesSlide" Target="/ppt/notesSlides/notesSlide3.xml" Id="R6f61bf2ce83947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94c31f94a7409a" /><Relationship Type="http://schemas.openxmlformats.org/officeDocument/2006/relationships/image" Target="/ppt/media/image4.jpeg" Id="R9b3abf29a7f64b52" /><Relationship Type="http://schemas.openxmlformats.org/officeDocument/2006/relationships/notesSlide" Target="/ppt/notesSlides/notesSlide4.xml" Id="R4aa9ad72e91541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225cc52b504a75" /><Relationship Type="http://schemas.openxmlformats.org/officeDocument/2006/relationships/image" Target="/ppt/media/image5.jpeg" Id="R5eb0148a3ed64b63" /><Relationship Type="http://schemas.openxmlformats.org/officeDocument/2006/relationships/notesSlide" Target="/ppt/notesSlides/notesSlide5.xml" Id="R9685f437f5f74a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9e07d93b2b4f3d" /><Relationship Type="http://schemas.openxmlformats.org/officeDocument/2006/relationships/image" Target="/ppt/media/image.png" Id="R4410883974034726" /><Relationship Type="http://schemas.openxmlformats.org/officeDocument/2006/relationships/notesSlide" Target="/ppt/notesSlides/notesSlide6.xml" Id="R48ea9798984143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55BFBE-CD5C-4F78-A367-1B2548EA85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263bf3229403c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40214-DFDD-4AB7-82E6-F3456008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4F61E-DEFC-4A3A-BF80-CB758345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0297F-B0DC-4A9A-9DE7-F1756BD4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3426"/>
                </a:solidFill>
              </a:defRPr>
            </a:pPr>
            <a:r>
              <a:rPr sz="975" b="1">
                <a:solidFill>
                  <a:srgbClr val="7E3426"/>
                </a:solidFill>
              </a:rPr>
              <a:t>Editorial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B882D-B6D7-45AE-9764-083B7794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Larus Blog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038D2-3390-4334-A76C-683B3F60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把零散灵感、AI 实验与长期写作，整理成一份可持续更新的中文内容样本。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BC8A6-1240-42E5-A606-089514D7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7BDAA-8A32-44EC-8E04-D9D3A594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一座给未来自己的技术与生活备忘录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04BD5-B2AA-4590-9E03-24CA8BC5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Larus Blog · April 2026</a:t>
            </a:r>
          </a:p>
        </p:txBody>
      </p:sp>
    </p:spTree>
    <p:extLst>
      <p:ext uri="{BB962C8B-B14F-4D97-AF65-F5344CB8AC3E}">
        <p14:creationId xmlns:p14="http://schemas.microsoft.com/office/powerpoint/2010/main" val="1492791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55BFBE-CD5C-4F78-A367-1B2548EA85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52407fe8d4dd6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105F8-2291-45AC-A9F0-E798D642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D996B-F8FC-418C-AE81-8BBAFF71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3426"/>
                </a:solidFill>
              </a:defRPr>
            </a:pPr>
            <a:r>
              <a:rPr sz="975" b="1">
                <a:solidFill>
                  <a:srgbClr val="7E3426"/>
                </a:solidFill>
              </a:rPr>
              <a:t>SYSTEM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31627-E192-4B25-9CD3-FDD95A07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3426"/>
                </a:solidFill>
              </a:defRPr>
            </a:pPr>
            <a:r>
              <a:rPr sz="975" b="1">
                <a:solidFill>
                  <a:srgbClr val="7E3426"/>
                </a:solidFill>
              </a:rPr>
              <a:t>02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530F5-49D3-4969-AF7D-1215A1F1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DAA9E-BB86-4386-B2D1-A61BEFAF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968A8-8CB4-4A47-907F-80CEBF7B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一个小型站点，已经具备完整的内容闭环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8C90F-2BFE-4948-91C0-414E9CAD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从首页到归档、从 Markdown 到 Notion，这个项目已经不是单页展示，而是可继续生长的写作底盘。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C79C0-0345-40CD-B123-7A99F177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C4780-3374-4C03-9CF9-0CF0114F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6A1B2-342E-4876-A1B7-46F64615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CA927-8E83-40ED-8A9E-B54F60AF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已发布文章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4BED0-4318-4388-B00F-73134D60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4 篇本地 Markdown 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C534A-A7E2-4C37-B0F3-6CB88385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C2C4D-F7F2-4DC5-AF73-EC8F3D1A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7B099-372B-40EB-BAC3-556C3B05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F157B-02AB-40A1-8D88-EC9CF915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内容分类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203F7-DB38-4312-ACEF-2F3C1FD7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AI 与科技 / 开站记录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C095F-EAA7-4D91-BC32-DDF77CBE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DBCF7-E0B8-4B28-BA00-30C583B2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B3A8A-9367-4CDE-8F6B-0E0A3269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5AC30-CF3A-4172-B446-DD234546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统一入口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0BFF3-EE2A-44CB-944D-634BDE30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支持 Markdown 与 Notion 双来源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D8C0E-98AF-4F51-8F57-705310D8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Larus Blog · April 2026</a:t>
            </a:r>
          </a:p>
        </p:txBody>
      </p:sp>
    </p:spTree>
    <p:extLst>
      <p:ext uri="{BB962C8B-B14F-4D97-AF65-F5344CB8AC3E}">
        <p14:creationId xmlns:p14="http://schemas.microsoft.com/office/powerpoint/2010/main" val="2089603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55BFBE-CD5C-4F78-A367-1B2548EA85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34ffe2963437d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A41AF-80BB-4AA7-BBF0-536ADAB6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764BF-720D-408E-B72F-2788E8BE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3426"/>
                </a:solidFill>
              </a:defRPr>
            </a:pPr>
            <a:r>
              <a:rPr sz="975" b="1">
                <a:solidFill>
                  <a:srgbClr val="7E3426"/>
                </a:solidFill>
              </a:rPr>
              <a:t>EDITORIAL SPINE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8A7E3-8362-4220-A561-187E2A4D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3426"/>
                </a:solidFill>
              </a:defRPr>
            </a:pPr>
            <a:r>
              <a:rPr sz="975" b="1">
                <a:solidFill>
                  <a:srgbClr val="7E3426"/>
                </a:solidFill>
              </a:rPr>
              <a:t>03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F6F4E-EB9F-4A6A-854F-673FA4BE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290B6-C890-47BF-8C52-5E653B2A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FC9E4-7645-483D-AA8E-0B335362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内容骨架决定这份博客能写多久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EEEB1-6B34-4D76-BEB1-3AE41559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当前源码里已经写清楚了三条最适合长期更新的主线，每一条都兼顾经验、表达和可复用性。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34EFA-0B76-4634-9C80-A21DC34D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3CEFF-2072-4A84-9523-6F3014EE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D28BC-FDF3-4A72-B02C-176B66C0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6DCBB-0A4E-4772-A228-028C1A42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AC725-5D05-4A5E-BCB2-945C7EAB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2E617-A549-480E-95E3-019B282B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3181B-5E73-4472-91C0-BE531E6D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3426"/>
                </a:solidFill>
              </a:defRPr>
            </a:pPr>
            <a:r>
              <a:rPr sz="1125" b="1">
                <a:solidFill>
                  <a:srgbClr val="7E3426"/>
                </a:solidFill>
              </a:rPr>
              <a:t>AI 与科技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67924-566C-4C30-87F0-4F3F5F69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模型体验、工具评测、工作流尝试和趋势记录，适合持续输出高频观察。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642C4-1C34-4AD1-AECF-0838A7ED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98ED7A-3FDE-4229-B083-99E3CD03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E5374-16C6-46D8-8AC0-50394730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79603-6653-4C7E-B844-BCD77F8E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387B5-1FEC-456C-9CF0-6176BE8E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160ED4-A85C-4BC5-B68B-DE8C3ED5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BEFF4-8057-479B-9788-DA40E7DF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3426"/>
                </a:solidFill>
              </a:defRPr>
            </a:pPr>
            <a:r>
              <a:rPr sz="1125" b="1">
                <a:solidFill>
                  <a:srgbClr val="7E3426"/>
                </a:solidFill>
              </a:rPr>
              <a:t>开发与产品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D120F5-18D3-4291-AC31-3121F35A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项目复盘、效率工具、网站搭建与独立作品迭代，让技术实践有稳定出口。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3DF2E-4F46-4E84-AAF3-FA3F2FC2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881D8F-DF77-4B69-AD92-AB22264E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FB690B-4163-4009-B58D-4D60CB15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CA7E4E-3221-47E1-B884-6B738CEB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654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3DBB2-EFF5-414B-BCBD-E9DA262B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9A3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65F913-5A26-4DC7-974E-C91DD9DF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E7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038B89-5DF3-4EE2-88A2-E300DF22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3426"/>
                </a:solidFill>
              </a:defRPr>
            </a:pPr>
            <a:r>
              <a:rPr sz="1125" b="1">
                <a:solidFill>
                  <a:srgbClr val="7E3426"/>
                </a:solidFill>
              </a:rPr>
              <a:t>阅读与随笔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190F6E-266A-4DE7-B55C-8D0A9DEB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把零碎想法写成结构化文章，让内容从一次记录变成长期资产。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D4E26E-A9BC-42DB-9EFF-43AE3247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Larus Blog · April 2026</a:t>
            </a:r>
          </a:p>
        </p:txBody>
      </p:sp>
    </p:spTree>
    <p:extLst>
      <p:ext uri="{BB962C8B-B14F-4D97-AF65-F5344CB8AC3E}">
        <p14:creationId xmlns:p14="http://schemas.microsoft.com/office/powerpoint/2010/main" val="185306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55BFBE-CD5C-4F78-A367-1B2548EA85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abf29a7f64b52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32B94-40D1-4609-9BBE-7B282E76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1C1D0-EC41-42D0-B1C9-567947D2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3426"/>
                </a:solidFill>
              </a:defRPr>
            </a:pPr>
            <a:r>
              <a:rPr sz="975" b="1">
                <a:solidFill>
                  <a:srgbClr val="7E3426"/>
                </a:solidFill>
              </a:rPr>
              <a:t>FEATURE STORIES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F6F16-BE7C-4B5A-9E14-E10CD64C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3426"/>
                </a:solidFill>
              </a:defRPr>
            </a:pPr>
            <a:r>
              <a:rPr sz="975" b="1">
                <a:solidFill>
                  <a:srgbClr val="7E3426"/>
                </a:solidFill>
              </a:rPr>
              <a:t>04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5CE79-9009-4D9B-A1B4-E24E7FF0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6A9B3-AF10-4B3E-940D-AD047C71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A0F4A-B7AA-4B7D-8C74-C5633A57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三篇代表文章，已经能拉开内容张力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7129E-284D-4AC8-BC41-397AA753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它们分别对应 Agent 记忆、知识工作流和图像提示词实战，主题各异，但都围绕 AI 与创作效率展开。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B07AA-582D-4D2A-A53E-C8C6BCD7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CD4E2-A244-47FB-8A4D-A282CDF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D37F5-2791-45BA-9302-7805650A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DF601-CD9F-4468-A04C-56133F43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F7F48-2657-4340-90BE-96AD3741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E7BF07-7FD6-4BB1-95A8-CDEA009C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DC044-0BF7-4055-B780-A6F10681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3426"/>
                </a:solidFill>
              </a:defRPr>
            </a:pPr>
            <a:r>
              <a:rPr sz="1125" b="1">
                <a:solidFill>
                  <a:srgbClr val="7E3426"/>
                </a:solidFill>
              </a:rPr>
              <a:t>Hermes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DC556-BA92-4998-9AF2-FAF1204F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拆解长期记忆系统为什么常被误解，并把配置方法、文件职责和任务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checkpoint 讲清楚。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FCA6D-B1FB-4D1E-BD10-D98CBF5F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202B5-5C9A-4F93-8EC3-174DCDA7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4F2AD-1939-426D-AA41-9452F594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5258E-695D-4E22-9480-4781FD88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4C016-8926-4B21-926B-A5B7F045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EECEE-D04F-4810-8BC4-567DB13C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AB63C6-5B51-4383-892F-16AD9021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3426"/>
                </a:solidFill>
              </a:defRPr>
            </a:pPr>
            <a:r>
              <a:rPr sz="1125" b="1">
                <a:solidFill>
                  <a:srgbClr val="7E3426"/>
                </a:solidFill>
              </a:rPr>
              <a:t>Obsidian +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5752E-1109-4DC1-A0DF-D09559BB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不追求把 8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个自动化工作流一次做完，而是先挑高频、重复式环节落地。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AD1DE-3BB8-4796-922C-A8AD1B69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A5803-E88E-4FDA-9E0C-90243453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F573AA-9FAC-4533-809C-2F15601C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1C818C-9ABA-4558-A6E5-AC551D3F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654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D396A2-5A35-4662-9333-17B2D87F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9A3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D410C9-780C-4B92-AFAB-F761BAC9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E7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BB6F70-E9A0-46D3-8F0F-C6A8001F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3426"/>
                </a:solidFill>
              </a:defRPr>
            </a:pPr>
            <a:r>
              <a:rPr sz="1125" b="1">
                <a:solidFill>
                  <a:srgbClr val="7E3426"/>
                </a:solidFill>
              </a:rPr>
              <a:t>GPT-Image-2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F45033-92B3-4D6E-8E9F-A7F5C78E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从 9:16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韩系人像案例切入，解释构图、光线、材质和情绪如何共同决定成片气质。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8A1F65-DC61-4F43-9E3E-7BD428DF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Larus Blog · April 2026</a:t>
            </a:r>
          </a:p>
        </p:txBody>
      </p:sp>
    </p:spTree>
    <p:extLst>
      <p:ext uri="{BB962C8B-B14F-4D97-AF65-F5344CB8AC3E}">
        <p14:creationId xmlns:p14="http://schemas.microsoft.com/office/powerpoint/2010/main" val="4113008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55BFBE-CD5C-4F78-A367-1B2548EA85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0148a3ed64b63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C2B60-CF49-41DE-B785-7F95830F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0CFE5-B4ED-48EA-B50C-FDA8AC78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3426"/>
                </a:solidFill>
              </a:defRPr>
            </a:pPr>
            <a:r>
              <a:rPr sz="975" b="1">
                <a:solidFill>
                  <a:srgbClr val="7E3426"/>
                </a:solidFill>
              </a:rPr>
              <a:t>DENSITY &amp; RANGE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94E97-EF02-472D-918C-B12C6057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3426"/>
                </a:solidFill>
              </a:defRPr>
            </a:pPr>
            <a:r>
              <a:rPr sz="975" b="1">
                <a:solidFill>
                  <a:srgbClr val="7E3426"/>
                </a:solidFill>
              </a:rPr>
              <a:t>05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DE689-E60D-41F0-988E-EE223D51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E0896-941A-4765-AADB-E557A768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28D7A-C157-45BC-AFAD-DA74CCF2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从编辑视角看，它已经有了主题密度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D7A3A-64AA-431E-8B6F-E06785A7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虽然文章数量还不多，但主题集中、标签分布清晰，而且发布时间密集，适合继续做厚。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BACA8-200B-4784-8723-E41872FD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35AAF-17BC-4055-B20B-0358FEED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89A65-F97D-4174-8E1B-97D11413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75%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6385C-0198-4F3F-A48A-5C9AC77B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AI 主题占比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EF9E4-227E-4964-933F-B4BC370F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4 篇里有 3 篇属于 AI 与科技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E0E24-1252-40DF-ABA9-EF9B7A6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2EB20-01FB-4B72-9481-6BC91AD9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FF8B7-CEC2-4812-907C-23E5FF8D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DD3A5-1154-4B25-BEE6-E958DE08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已出现标签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98008C-91C1-4EEF-B59F-6F0962A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覆盖 Agent、Obsidian、Prompt 等不同切口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9B10EB-D30D-4A31-9129-248A89D5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7D13A-C371-4582-9187-B0D7C18A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A1DCB-C208-4B27-8BA7-1EBB83CC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2026.04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6F3CCC-3F76-4B7E-9703-0AF4E574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起步节奏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6EAFE-16B9-429E-B478-638574CB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核心文章集中发布于同一轮建站周期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B0AC1-CCD7-40DC-81FA-FF6B9C2B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Larus Blog · April 2026</a:t>
            </a:r>
          </a:p>
        </p:txBody>
      </p:sp>
    </p:spTree>
    <p:extLst>
      <p:ext uri="{BB962C8B-B14F-4D97-AF65-F5344CB8AC3E}">
        <p14:creationId xmlns:p14="http://schemas.microsoft.com/office/powerpoint/2010/main" val="19338405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55BFBE-CD5C-4F78-A367-1B2548EA85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0883974034726"/>
          <a:srcRect xmlns:a="http://schemas.openxmlformats.org/drawingml/2006/main" l="0" t="34171" r="0" b="3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93286-BCAF-4812-8A88-D9A1DAED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CFF30-A66D-4EDA-81D0-281013E2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3426"/>
                </a:solidFill>
              </a:defRPr>
            </a:pPr>
            <a:r>
              <a:rPr sz="975" b="1">
                <a:solidFill>
                  <a:srgbClr val="7E3426"/>
                </a:solidFill>
              </a:rPr>
              <a:t>NEXT ISSUE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4D269-0A29-47E0-BCDF-F1C81C56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E3426"/>
                </a:solidFill>
              </a:defRPr>
            </a:pPr>
            <a:r>
              <a:rPr sz="975" b="1">
                <a:solidFill>
                  <a:srgbClr val="7E3426"/>
                </a:solidFill>
              </a:rPr>
              <a:t>06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5E5CD-4EE1-4ED5-9D6F-B3DDE3C0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179F8-0421-4929-A019-7C254295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5074A-4711-45EE-A758-C8CE1DDF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下一步，不是做得更花，而是把刊物感继续做厚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46E5C-7DE1-494D-9432-5657309F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项目里已经写出了最值得先做的方向，接下来更重要的是延续节奏，而不是一次性加满所有功能。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E94AA-2288-459C-9A9C-11483106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04527-14D2-4DCE-9681-460A11AC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A0390-67C6-4E75-B5BC-BBAB102B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B3AA9-63D3-4603-9475-4D25BA9A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2CA4D-325B-4AE7-93A4-686DD592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B0A09-8693-434E-954D-A146F76A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69EEF-9651-4793-B16A-4FA5FA1E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3426"/>
                </a:solidFill>
              </a:defRPr>
            </a:pPr>
            <a:r>
              <a:rPr sz="1125" b="1">
                <a:solidFill>
                  <a:srgbClr val="7E3426"/>
                </a:solidFill>
              </a:rPr>
              <a:t>先替换站点信息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1484B-C010-4C67-BED2-59F4215C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把标题、描述、作者与邮箱统一成真实身份，让整份出版物先拥有明确署名。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7CBC7-4869-430C-8382-BBE98697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808EAA-D87A-43EE-8E8C-AAEABFDA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9AADD-DD56-49EC-951D-8FFEA13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982AB-344E-4354-84AD-8FF0DF08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E08F3-9038-4B7D-8C1D-47D2317A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0604D-0A59-407F-843E-47BCA4EF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4F1BD-5F89-4FD2-8FF6-174E091F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3426"/>
                </a:solidFill>
              </a:defRPr>
            </a:pPr>
            <a:r>
              <a:rPr sz="1125" b="1">
                <a:solidFill>
                  <a:srgbClr val="7E3426"/>
                </a:solidFill>
              </a:rPr>
              <a:t>继续写轻量文章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E30A84-DBFF-47FF-BF46-7E600D5C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优先更新工具评测、开发复盘和清单型内容，用更低阻力换来更稳定的更新频率。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5CE9B-276F-4AED-AE81-89FE37CB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BD0780-6127-4667-A2B0-1238283C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A40D17-78AC-4B1B-8FA3-33D8700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623624-1736-431B-B1EA-2580B768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654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729C48-318D-4F37-81D2-5D3343E1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9A3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CB6149-94D3-4165-94A5-29338A89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E7A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44B100-FF66-40FF-97B8-C80E1CCB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3426"/>
                </a:solidFill>
              </a:defRPr>
            </a:pPr>
            <a:r>
              <a:rPr sz="1125" b="1">
                <a:solidFill>
                  <a:srgbClr val="7E3426"/>
                </a:solidFill>
              </a:rPr>
              <a:t>等内容过 10 篇再扩展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BA154F-B95E-4EBC-9E3F-67439A9C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标签页、归档页、搜索和评论都可以后置，先把内容厚度做出来更划算。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938B9D-6EBA-4E27-97F5-B9D18629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Larus Blog · April 2026</a:t>
            </a:r>
          </a:p>
        </p:txBody>
      </p:sp>
    </p:spTree>
    <p:extLst>
      <p:ext uri="{BB962C8B-B14F-4D97-AF65-F5344CB8AC3E}">
        <p14:creationId xmlns:p14="http://schemas.microsoft.com/office/powerpoint/2010/main" val="779288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2026-04-24T17:28:07.1070000Z</dcterms:created>
  <dcterms:modified xsi:type="dcterms:W3CDTF">2026-04-24T17:28:07.1070000Z</dcterms:modified>
</coreProperties>
</file>